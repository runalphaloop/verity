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Acme Freight — Renewal Review (sample)</a:t>
            </a:r>
          </a:p>
          <a:p>
            <a:r>
              <a:rPr lang="en-US" dirty="0"/>
              <a:t>Account: account:acme-freight  |  CSM: user:jordan  |  Team: group:sales</a:t>
            </a:r>
          </a:p>
          <a:p>
            <a:r>
              <a:rPr lang="en-US" dirty="0"/>
              <a:t>Stage: negotiation — decision expected this quarter.</a:t>
            </a:r>
          </a:p>
          <a:p>
            <a:r>
              <a:rPr lang="en-US" dirty="0"/>
              <a:t>Revised annual quote: $61k (up from $48k after the pricing review).</a:t>
            </a:r>
          </a:p>
          <a:p>
            <a:r>
              <a:rPr lang="en-US" dirty="0"/>
              <a:t>Competitor rumored at $52k. Deal-desk floor is $58k/yr.</a:t>
            </a:r>
          </a:p>
          <a:p>
            <a:r>
              <a:rPr lang="en-US" dirty="0"/>
              <a:t>Renewal risk: HIGH — price gap plus an active competitor.</a:t>
            </a:r>
          </a:p>
          <a:p>
            <a:r>
              <a:rPr lang="en-US" dirty="0"/>
              <a:t>Play: lead with the dispatch integration and 95% tracking SLA; bridge price with a multi-year term.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